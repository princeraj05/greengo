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1FAF38"/>
                </a:solidFill>
                <a:latin typeface="Arial"/>
              </a:defRPr>
            </a:pPr>
            <a:r>
              <a:t>GreenGO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  <a:latin typeface="Calibri"/>
              </a:defRPr>
            </a:pPr>
            <a:r>
              <a:t>Premium SaaS Food Delivery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4748B"/>
                </a:solidFill>
                <a:latin typeface="Calibri"/>
              </a:defRPr>
            </a:pPr>
            <a:r>
              <a:t>Developed &amp; Maintained by Prince Raj</a:t>
            </a:r>
            <a:br/>
            <a:r>
              <a:t>Owner &amp; Original Creator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1FAF38"/>
                </a:solidFill>
                <a:latin typeface="Calibri"/>
              </a:defRPr>
            </a:pPr>
            <a:r>
              <a:t>[ GreenGO Logo ]</a:t>
            </a:r>
            <a:br/>
            <a:r>
              <a:t>(Image Placeholder)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>
                <a:solidFill>
                  <a:srgbClr val="1E293B"/>
                </a:solidFill>
                <a:latin typeface="Calibri"/>
              </a:defRPr>
            </a:pPr>
            <a:r>
              <a:t>GreenGO is an ultra-premium, full-stack food delivery SaaS designed to deliver a highly interactive, fluid web and native mobile experience. Combining professional MERN architecture with seamless hybrid integration, it targets both food lovers and portal administrators.</a:t>
            </a:r>
          </a:p>
          <a:p>
            <a:pPr>
              <a:defRPr b="1" sz="1800">
                <a:solidFill>
                  <a:srgbClr val="1FAF38"/>
                </a:solidFill>
              </a:defRPr>
            </a:pPr>
            <a:r>
              <a:t>Key Purpose:</a:t>
            </a:r>
          </a:p>
          <a:p>
            <a:pPr>
              <a:defRPr sz="1600">
                <a:solidFill>
                  <a:srgbClr val="1E293B"/>
                </a:solidFill>
                <a:latin typeface="Calibri"/>
              </a:defRPr>
            </a:pPr>
            <a:r>
              <a:t>• Bridge customers, administrators, and delivery partners under one unified system.</a:t>
            </a:r>
            <a:br/>
            <a:r>
              <a:t>• Implement dynamic client-side filtering for localized time-based meal serving limits.</a:t>
            </a:r>
            <a:br/>
            <a:r>
              <a:t>• Provide analytical metrics on sales, user base growth, and courier updates in real-time.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Key Features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200">
                <a:solidFill>
                  <a:srgbClr val="1FAF38"/>
                </a:solidFill>
              </a:defRPr>
            </a:pPr>
            <a:r>
              <a:t>👤 User Features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• Seamless Auth &amp; Profile</a:t>
            </a:r>
            <a:br/>
            <a:r>
              <a:t>• Dynamic Time-Based Menu</a:t>
            </a:r>
            <a:br/>
            <a:r>
              <a:t>• Instant search &amp; wishlist</a:t>
            </a:r>
            <a:br/>
            <a:r>
              <a:t>• Cart &amp; Stripe checkout</a:t>
            </a:r>
            <a:br/>
            <a:r>
              <a:t>• Razorpay Online Payments</a:t>
            </a:r>
            <a:br/>
            <a:r>
              <a:t>• Step-by-step Order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200">
                <a:solidFill>
                  <a:srgbClr val="148C2A"/>
                </a:solidFill>
              </a:defRPr>
            </a:pPr>
            <a:r>
              <a:t>🛠️ Admin Portal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• Revenue &amp; orders charts</a:t>
            </a:r>
            <a:br/>
            <a:r>
              <a:t>• Food manager with live previews</a:t>
            </a:r>
            <a:br/>
            <a:r>
              <a:t>• Custom variants &amp; pricing</a:t>
            </a:r>
            <a:br/>
            <a:r>
              <a:t>• User block/unblock system</a:t>
            </a:r>
            <a:br/>
            <a:r>
              <a:t>• Review moderation dashboard</a:t>
            </a:r>
            <a:br/>
            <a:r>
              <a:t>• Broadcast alerts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2200">
                <a:solidFill>
                  <a:srgbClr val="1E293B"/>
                </a:solidFill>
              </a:defRPr>
            </a:pPr>
            <a:r>
              <a:t>🚴 Delivery Partner</a:t>
            </a:r>
          </a:p>
          <a:p>
            <a:pPr>
              <a:defRPr sz="1500">
                <a:solidFill>
                  <a:srgbClr val="1E293B"/>
                </a:solidFill>
              </a:defRPr>
            </a:pPr>
            <a:r>
              <a:t>• Payout &amp; tip dashboard</a:t>
            </a:r>
            <a:br/>
            <a:r>
              <a:t>• Accept/reject courier flows</a:t>
            </a:r>
            <a:br/>
            <a:r>
              <a:t>• Status update triggers</a:t>
            </a:r>
            <a:br/>
            <a:r>
              <a:t>• Location assistance metadata</a:t>
            </a:r>
            <a:br/>
            <a:r>
              <a:t>• Lifetime delivery list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GreenGO leverages a modern hybrid architecture built on high-performance frameworks: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Frontend: React.js SPA initialized via Vite. Responsive layouts styled using Tailwind CSS and CSS custom variables.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Backend: Express.js server hosted on Node.js. Handles REST operations, JWT security, custom middleware logic, and third-party API configurations.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Database: MongoDB (NoSQL) with Mongoose schemas for flexible, transactional updates on food records, carts, and notification feeds.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Mobile Compilation: Native Android wrapper built with Capacitor CLI enabling smooth installation on Play Store.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User Panel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Registration &amp; Login: Secured password hashing and JWT access controls.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Fluid Menu &amp; Filtering: Real-time category switches and time-based serving schedules (Breakfast: 6AM-11AM, Lunch: 11AM-4PM, Dinner: 4PM-11PM).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Razorpay checkout Integration: Fully integrated online transaction flow for quick card, netbanking, or UPI payments.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Order Status Tracking: Multi-step tracking screens displaying ETA, delivery boy location markers, and progress bars.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User Panel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[ Screenshot Placeholder 1 ]</a:t>
            </a:r>
            <a:br/>
            <a:br/>
            <a:r>
              <a:t>User Menu &amp; Filters</a:t>
            </a:r>
            <a:br/>
            <a:r>
              <a:t>(Show casing fluid grids, veg toggles, categories list)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[ Screenshot Placeholder 2 ]</a:t>
            </a:r>
            <a:br/>
            <a:br/>
            <a:r>
              <a:t>Stripe-Like Checkout Screen</a:t>
            </a:r>
            <a:br/>
            <a:r>
              <a:t>(Details invoice, delivery address selection, cart summary)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[ Screenshot Placeholder 3 ]</a:t>
            </a:r>
            <a:br/>
            <a:br/>
            <a:r>
              <a:t>Live Order Progress Tracker</a:t>
            </a:r>
            <a:br/>
            <a:r>
              <a:t>(Showcasing progress ticks from Pending -&gt; Delivered)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Admin Panel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Central Command Dashboard: Interactive charts showing daily transaction volumes, custom orders trends, and user registrations.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Dynamic Food Manager: Create, edit, or delete items instantly with live asset preview uploading. Set custom item variants (e.g. half/full plate) and combo lists.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Review Moderation Dashboard: Moderate user reviews, toggle public visible flags, or instantly delete feedback contents.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Server-Wide Announcements: Broadcast announcements visible across user layouts in real-time.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Admin Panel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[ Screenshot Placeholder 1 ]</a:t>
            </a:r>
            <a:br/>
            <a:br/>
            <a:r>
              <a:t>Sales Analytics Charts</a:t>
            </a:r>
            <a:br/>
            <a:r>
              <a:t>(Interactive graphs plotting revenue, order counts, registrations)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[ Screenshot Placeholder 2 ]</a:t>
            </a:r>
            <a:br/>
            <a:br/>
            <a:r>
              <a:t>Food Manager Form</a:t>
            </a:r>
            <a:br/>
            <a:r>
              <a:t>(Add/edit fields showing categories, sizes, combos, image preview)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[ Screenshot Placeholder 3 ]</a:t>
            </a:r>
            <a:br/>
            <a:br/>
            <a:r>
              <a:t>Review Moderation List</a:t>
            </a:r>
            <a:br/>
            <a:r>
              <a:t>(Moderate comments, toggle review status, edit stars)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Delivery Partner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Acceptance Pipeline: Live popup screens notifying partners of pending delivery tasks near their region, allowing instant accept/reject.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Transit Flow Updates: Trigger updates (Accept -&gt; Preparing -&gt; Out for Delivery -&gt; Delivered) directly notifying customer devices.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Courier Analytics: Check daily completed orders, tips received, and current platform status parameters.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Delivery Partner Screenshots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[ Screenshot Placeholder 1 ]</a:t>
            </a:r>
            <a:br/>
            <a:br/>
            <a:r>
              <a:t>Active Deliveries Dashboard</a:t>
            </a:r>
            <a:br/>
            <a:r>
              <a:t>(List of currently accepted orders with mapping data)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[ Screenshot Placeholder 2 ]</a:t>
            </a:r>
            <a:br/>
            <a:br/>
            <a:r>
              <a:t>Task Accept/Reject Alerts</a:t>
            </a:r>
            <a:br/>
            <a:r>
              <a:t>(Popup notification for newly incoming delivery tasks)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0" y="201168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[ Screenshot Placeholder 3 ]</a:t>
            </a:r>
            <a:br/>
            <a:br/>
            <a:r>
              <a:t>Earnings Log &amp; History</a:t>
            </a:r>
            <a:br/>
            <a:r>
              <a:t>(Overview of tips, completed logs, and payouts list)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Database &amp;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MERN Stack Architecture: REST API communication handles React client actions and routes transactions directly to Node endpoints.</a:t>
            </a:r>
          </a:p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MongoDB Transaction Safety: Storing multi-field schemas for users, cart status, localized coordinates, and order queues.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Razorpay secure webhook listener checks payment completion events before creating MongoDB order instances.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Responsive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Fluid Layout Adaptability: Tested dynamically across multiple device viewports including Android devices, iPhones, iPads, Laptops, MacBooks, and high-DPI desktop viewports.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Prevention of Breakages: Fluid typography scaling prevents text wrapping breakages. Floating elements collapse into touch-friendly grids.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Security &amp;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Security Model: Encrypted passwords. Route isolation via JWT middleware protects REST entrypoints against unauthorized API requests.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Speed Metrics: Code splitting and lazy loading via React dynamic imports prevent slow initial page loads.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Production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Capacitor Asset Synchronization: Production assets built with Vite copy directly to native android packages.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Android compilation outputs release APK and AAB with complete Proguard and R8 optimization flags enabled, achieving minimal binary footprint.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293B"/>
                </a:solidFill>
              </a:defRPr>
            </a:pPr>
            <a:r>
              <a:t>• Multi-Restaurant SaaS Integration: Move from a single brand portal to a multi-vendor marketplace with separate dashboard interfaces for individual kitchens.</a:t>
            </a:r>
          </a:p>
          <a:p>
            <a:pPr>
              <a:defRPr sz="1600">
                <a:solidFill>
                  <a:srgbClr val="1E293B"/>
                </a:solidFill>
              </a:defRPr>
            </a:pPr>
            <a:r>
              <a:t>• Live Chat Support: Integrations of real-time socket connections for customer-to-delivery partner messages.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E293B"/>
                </a:solidFill>
              </a:defRPr>
            </a:pPr>
            <a:r>
              <a:t>• Summary: GreenGO delivers a complete, secure, responsive SaaS food delivery platform. Offering high code minification, JWT route controls, time-based meal serving controls, and native Capacitor outputs, it provides a stable framework suitable for Google Play Store release.</a:t>
            </a:r>
          </a:p>
          <a:p>
            <a:pPr>
              <a:defRPr sz="1800" b="1">
                <a:solidFill>
                  <a:srgbClr val="1FAF38"/>
                </a:solidFill>
              </a:defRPr>
            </a:pPr>
            <a:r>
              <a:t>This project stands as a fully production-ready showcase of Prince Raj's engineering lifecycle.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400" b="1">
                <a:solidFill>
                  <a:srgbClr val="1FAF38"/>
                </a:solidFill>
                <a:latin typeface="Arial"/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Calibri"/>
              </a:defRPr>
            </a:pPr>
            <a:r>
              <a:t>Contact: [ prince.raj.dev@example.com ]</a:t>
            </a:r>
            <a:br/>
            <a:r>
              <a:t>GitHub: github.com/princeraj05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